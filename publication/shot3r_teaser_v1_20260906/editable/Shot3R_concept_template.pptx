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344400" cy="60350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使用方法：开始 → 选择 → 选择窗格，可逐项选择文字、箭头、图例和图片。</a:t>
            </a:r>
          </a:p>
          <a:p>
            <a:r>
              <a:t>更换素材：选中图片 → 图片格式 → 更改图片；按住 Shift 缩放以保持比例。</a:t>
            </a:r>
          </a:p>
          <a:p>
            <a:r>
              <a:t>正文、箭头与底色为 PPT 原生对象；人体和点云是可独立替换的透明 PNG，不能直接编辑人体表面。</a:t>
            </a:r>
          </a:p>
          <a:p>
            <a:r>
              <a:t>导出：文件 → 导出 → PDF，或另存为 PNG。生成式图不自动成为矢量图。</a:t>
            </a:r>
          </a:p>
          <a:p>
            <a:r>
              <a:t>本页为概念示意占位模板，不是实验结果；不填写真实样例指标或声称实际输出。</a:t>
            </a:r>
          </a:p>
          <a:p/>
          <a:p>
            <a:r>
              <a:t>英文文字与中文翻译：</a:t>
            </a:r>
          </a:p>
          <a:p>
            <a:r>
              <a:t>Streaming reconstruction across shot changes：跨镜头切换的流式重建</a:t>
            </a:r>
          </a:p>
          <a:p>
            <a:r>
              <a:t>Conceptual illustration — not an experimental result：概念示意图，并非实验结果</a:t>
            </a:r>
          </a:p>
          <a:p>
            <a:r>
              <a:t>ONE SHARED WORLD：统一世界坐标系</a:t>
            </a:r>
          </a:p>
          <a:p>
            <a:r>
              <a:t>Person 1：人物 1</a:t>
            </a:r>
          </a:p>
          <a:p>
            <a:r>
              <a:t>Person 2：人物 2</a:t>
            </a:r>
          </a:p>
          <a:p>
            <a:r>
              <a:t>Person 3：人物 3</a:t>
            </a:r>
          </a:p>
          <a:p>
            <a:r>
              <a:t>Generated scene / illustration placeholder：生成式场景或插画占位区</a:t>
            </a:r>
          </a:p>
          <a:p>
            <a:r>
              <a:t>Replace this panel with your conceptual artwork：将此区域替换为你的概念绘图</a:t>
            </a:r>
          </a:p>
          <a:p>
            <a:r>
              <a:t>Keep the same person colors across shots：人物颜色在各镜头间保持一致</a:t>
            </a:r>
          </a:p>
          <a:p>
            <a:r>
              <a:t>Illustrated monocular input stream：示意性的单目输入时间流</a:t>
            </a:r>
          </a:p>
          <a:p>
            <a:r>
              <a:t>Shot 1：镜头 1</a:t>
            </a:r>
          </a:p>
          <a:p>
            <a:r>
              <a:t>Input illustration placeholder：输入示意图占位区</a:t>
            </a:r>
          </a:p>
          <a:p>
            <a:r>
              <a:t>Shot 2：镜头 2</a:t>
            </a:r>
          </a:p>
          <a:p>
            <a:r>
              <a:t>Input illustration placeholder：输入示意图占位区</a:t>
            </a:r>
          </a:p>
          <a:p>
            <a:r>
              <a:t>Shot 3：镜头 3</a:t>
            </a:r>
          </a:p>
          <a:p>
            <a:r>
              <a:t>Input illustration placeholder：输入示意图占位区</a:t>
            </a:r>
          </a:p>
          <a:p>
            <a:r>
              <a:t>Shot cut：镜头切换</a:t>
            </a:r>
          </a:p>
          <a:p>
            <a:r>
              <a:t>Shot cut：镜头切换</a:t>
            </a:r>
          </a:p>
          <a:p>
            <a:r>
              <a:t>Time：时间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_1"/>
          <p:cNvSpPr/>
          <p:nvPr/>
        </p:nvSpPr>
        <p:spPr>
          <a:xfrm>
            <a:off x="0" y="0"/>
            <a:ext cx="12344400" cy="6035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_1_Shot3R"/>
          <p:cNvSpPr txBox="1"/>
          <p:nvPr/>
        </p:nvSpPr>
        <p:spPr>
          <a:xfrm>
            <a:off x="205740" y="79416"/>
            <a:ext cx="1209065" cy="4423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22" b="1">
                <a:solidFill>
                  <a:srgbClr val="172D3D"/>
                </a:solidFill>
                <a:latin typeface="Arial"/>
              </a:rPr>
              <a:t>Shot3R</a:t>
            </a:r>
          </a:p>
        </p:txBody>
      </p:sp>
      <p:sp>
        <p:nvSpPr>
          <p:cNvPr id="4" name="Text_2_Streaming reconstruction across shot changes"/>
          <p:cNvSpPr txBox="1"/>
          <p:nvPr/>
        </p:nvSpPr>
        <p:spPr>
          <a:xfrm>
            <a:off x="1714500" y="142646"/>
            <a:ext cx="4354669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2D3D"/>
                </a:solidFill>
                <a:latin typeface="Arial"/>
              </a:rPr>
              <a:t>Streaming reconstruction across shot changes</a:t>
            </a:r>
          </a:p>
        </p:txBody>
      </p:sp>
      <p:cxnSp>
        <p:nvCxnSpPr>
          <p:cNvPr id="5" name="Line_or_arrow_1"/>
          <p:cNvCxnSpPr/>
          <p:nvPr/>
        </p:nvCxnSpPr>
        <p:spPr>
          <a:xfrm>
            <a:off x="205740" y="548640"/>
            <a:ext cx="11932920" cy="0"/>
          </a:xfrm>
          <a:prstGeom prst="line">
            <a:avLst/>
          </a:prstGeom>
          <a:ln w="6858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_3_Conceptual illustration — not an experimental re"/>
          <p:cNvSpPr txBox="1"/>
          <p:nvPr/>
        </p:nvSpPr>
        <p:spPr>
          <a:xfrm>
            <a:off x="8593015" y="639989"/>
            <a:ext cx="3545645" cy="2263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88" b="0">
                <a:solidFill>
                  <a:srgbClr val="657685"/>
                </a:solidFill>
                <a:latin typeface="Arial"/>
              </a:rPr>
              <a:t>Conceptual illustration — not an experimental result</a:t>
            </a:r>
          </a:p>
        </p:txBody>
      </p:sp>
      <p:sp>
        <p:nvSpPr>
          <p:cNvPr id="7" name="Panel_2"/>
          <p:cNvSpPr/>
          <p:nvPr/>
        </p:nvSpPr>
        <p:spPr>
          <a:xfrm>
            <a:off x="205740" y="953262"/>
            <a:ext cx="11932920" cy="2722626"/>
          </a:xfrm>
          <a:prstGeom prst="roundRect">
            <a:avLst>
              <a:gd name="adj" fmla="val 3022"/>
            </a:avLst>
          </a:prstGeom>
          <a:solidFill>
            <a:srgbClr val="F5F8FA"/>
          </a:solidFill>
          <a:ln w="6858">
            <a:solidFill>
              <a:srgbClr val="D5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_4_ONE SHARED WORLD"/>
          <p:cNvSpPr txBox="1"/>
          <p:nvPr/>
        </p:nvSpPr>
        <p:spPr>
          <a:xfrm>
            <a:off x="466344" y="1093028"/>
            <a:ext cx="1785861" cy="23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2" b="1">
                <a:solidFill>
                  <a:srgbClr val="172D3D"/>
                </a:solidFill>
                <a:latin typeface="Arial"/>
              </a:rPr>
              <a:t>ONE SHARED WORLD</a:t>
            </a:r>
          </a:p>
        </p:txBody>
      </p:sp>
      <p:sp>
        <p:nvSpPr>
          <p:cNvPr id="9" name="Identity_color_3"/>
          <p:cNvSpPr/>
          <p:nvPr/>
        </p:nvSpPr>
        <p:spPr>
          <a:xfrm>
            <a:off x="9073134" y="1165860"/>
            <a:ext cx="96012" cy="96012"/>
          </a:xfrm>
          <a:prstGeom prst="ellipse">
            <a:avLst/>
          </a:prstGeom>
          <a:solidFill>
            <a:srgbClr val="E86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5_Person 1"/>
          <p:cNvSpPr txBox="1"/>
          <p:nvPr/>
        </p:nvSpPr>
        <p:spPr>
          <a:xfrm>
            <a:off x="9244584" y="1139800"/>
            <a:ext cx="631338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72D3D"/>
                </a:solidFill>
                <a:latin typeface="Arial"/>
              </a:rPr>
              <a:t>Person 1</a:t>
            </a:r>
          </a:p>
        </p:txBody>
      </p:sp>
      <p:sp>
        <p:nvSpPr>
          <p:cNvPr id="11" name="Identity_color_4"/>
          <p:cNvSpPr/>
          <p:nvPr/>
        </p:nvSpPr>
        <p:spPr>
          <a:xfrm>
            <a:off x="9978390" y="1165860"/>
            <a:ext cx="96012" cy="96012"/>
          </a:xfrm>
          <a:prstGeom prst="ellipse">
            <a:avLst/>
          </a:prstGeom>
          <a:solidFill>
            <a:srgbClr val="14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_6_Person 2"/>
          <p:cNvSpPr txBox="1"/>
          <p:nvPr/>
        </p:nvSpPr>
        <p:spPr>
          <a:xfrm>
            <a:off x="10149840" y="1139800"/>
            <a:ext cx="631338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72D3D"/>
                </a:solidFill>
                <a:latin typeface="Arial"/>
              </a:rPr>
              <a:t>Person 2</a:t>
            </a:r>
          </a:p>
        </p:txBody>
      </p:sp>
      <p:sp>
        <p:nvSpPr>
          <p:cNvPr id="13" name="Identity_color_5"/>
          <p:cNvSpPr/>
          <p:nvPr/>
        </p:nvSpPr>
        <p:spPr>
          <a:xfrm>
            <a:off x="10883646" y="1165860"/>
            <a:ext cx="96012" cy="96012"/>
          </a:xfrm>
          <a:prstGeom prst="ellipse">
            <a:avLst/>
          </a:prstGeom>
          <a:solidFill>
            <a:srgbClr val="85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_7_Person 3"/>
          <p:cNvSpPr txBox="1"/>
          <p:nvPr/>
        </p:nvSpPr>
        <p:spPr>
          <a:xfrm>
            <a:off x="11055096" y="1139800"/>
            <a:ext cx="631338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172D3D"/>
                </a:solidFill>
                <a:latin typeface="Arial"/>
              </a:rPr>
              <a:t>Person 3</a:t>
            </a:r>
          </a:p>
        </p:txBody>
      </p:sp>
      <p:sp>
        <p:nvSpPr>
          <p:cNvPr id="15" name="Text_8_Generated scene / illustration placeholder"/>
          <p:cNvSpPr txBox="1"/>
          <p:nvPr/>
        </p:nvSpPr>
        <p:spPr>
          <a:xfrm>
            <a:off x="3950511" y="1872508"/>
            <a:ext cx="4443379" cy="3497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36" b="0">
                <a:solidFill>
                  <a:srgbClr val="657685"/>
                </a:solidFill>
                <a:latin typeface="Arial"/>
              </a:rPr>
              <a:t>Generated scene / illustration placeholder</a:t>
            </a:r>
          </a:p>
        </p:txBody>
      </p:sp>
      <p:sp>
        <p:nvSpPr>
          <p:cNvPr id="16" name="Text_9_Replace this panel with your conceptual artwork"/>
          <p:cNvSpPr txBox="1"/>
          <p:nvPr/>
        </p:nvSpPr>
        <p:spPr>
          <a:xfrm>
            <a:off x="4379980" y="2238726"/>
            <a:ext cx="3584441" cy="2468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657685"/>
                </a:solidFill>
                <a:latin typeface="Arial"/>
              </a:rPr>
              <a:t>Replace this panel with your conceptual artwork</a:t>
            </a:r>
          </a:p>
        </p:txBody>
      </p:sp>
      <p:sp>
        <p:nvSpPr>
          <p:cNvPr id="17" name="Text_10_Keep the same person colors across shots"/>
          <p:cNvSpPr txBox="1"/>
          <p:nvPr/>
        </p:nvSpPr>
        <p:spPr>
          <a:xfrm>
            <a:off x="4516143" y="2588072"/>
            <a:ext cx="3312114" cy="23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2" b="1">
                <a:solidFill>
                  <a:srgbClr val="14A6A0"/>
                </a:solidFill>
                <a:latin typeface="Arial"/>
              </a:rPr>
              <a:t>Keep the same person colors across shots</a:t>
            </a:r>
          </a:p>
        </p:txBody>
      </p:sp>
      <p:sp>
        <p:nvSpPr>
          <p:cNvPr id="18" name="Panel_6"/>
          <p:cNvSpPr/>
          <p:nvPr/>
        </p:nvSpPr>
        <p:spPr>
          <a:xfrm>
            <a:off x="1124712" y="3086100"/>
            <a:ext cx="329184" cy="21259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716">
            <a:solidFill>
              <a:srgbClr val="337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Line_or_arrow_2"/>
          <p:cNvCxnSpPr/>
          <p:nvPr/>
        </p:nvCxnSpPr>
        <p:spPr>
          <a:xfrm flipV="1">
            <a:off x="1453896" y="3072384"/>
            <a:ext cx="150876" cy="61722"/>
          </a:xfrm>
          <a:prstGeom prst="line">
            <a:avLst/>
          </a:prstGeom>
          <a:ln w="13716">
            <a:solidFill>
              <a:srgbClr val="3371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ne_or_arrow_3"/>
          <p:cNvCxnSpPr/>
          <p:nvPr/>
        </p:nvCxnSpPr>
        <p:spPr>
          <a:xfrm>
            <a:off x="1604772" y="3072384"/>
            <a:ext cx="0" cy="240030"/>
          </a:xfrm>
          <a:prstGeom prst="line">
            <a:avLst/>
          </a:prstGeom>
          <a:ln w="13716">
            <a:solidFill>
              <a:srgbClr val="3371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ne_or_arrow_4"/>
          <p:cNvCxnSpPr/>
          <p:nvPr/>
        </p:nvCxnSpPr>
        <p:spPr>
          <a:xfrm flipH="1" flipV="1">
            <a:off x="1453896" y="3257550"/>
            <a:ext cx="150876" cy="54864"/>
          </a:xfrm>
          <a:prstGeom prst="line">
            <a:avLst/>
          </a:prstGeom>
          <a:ln w="13716">
            <a:solidFill>
              <a:srgbClr val="3371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ne_or_arrow_5"/>
          <p:cNvCxnSpPr/>
          <p:nvPr/>
        </p:nvCxnSpPr>
        <p:spPr>
          <a:xfrm>
            <a:off x="1289304" y="3346704"/>
            <a:ext cx="0" cy="294894"/>
          </a:xfrm>
          <a:prstGeom prst="line">
            <a:avLst/>
          </a:prstGeom>
          <a:ln w="10287">
            <a:solidFill>
              <a:srgbClr val="3371C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anel_7"/>
          <p:cNvSpPr/>
          <p:nvPr/>
        </p:nvSpPr>
        <p:spPr>
          <a:xfrm>
            <a:off x="5932170" y="3086100"/>
            <a:ext cx="329184" cy="21259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716">
            <a:solidFill>
              <a:srgbClr val="DF95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Line_or_arrow_6"/>
          <p:cNvCxnSpPr/>
          <p:nvPr/>
        </p:nvCxnSpPr>
        <p:spPr>
          <a:xfrm flipV="1">
            <a:off x="6261354" y="3072384"/>
            <a:ext cx="150876" cy="61722"/>
          </a:xfrm>
          <a:prstGeom prst="line">
            <a:avLst/>
          </a:prstGeom>
          <a:ln w="13716">
            <a:solidFill>
              <a:srgbClr val="DF95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ne_or_arrow_7"/>
          <p:cNvCxnSpPr/>
          <p:nvPr/>
        </p:nvCxnSpPr>
        <p:spPr>
          <a:xfrm>
            <a:off x="6412230" y="3072384"/>
            <a:ext cx="0" cy="240030"/>
          </a:xfrm>
          <a:prstGeom prst="line">
            <a:avLst/>
          </a:prstGeom>
          <a:ln w="13716">
            <a:solidFill>
              <a:srgbClr val="DF95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Line_or_arrow_8"/>
          <p:cNvCxnSpPr/>
          <p:nvPr/>
        </p:nvCxnSpPr>
        <p:spPr>
          <a:xfrm flipH="1" flipV="1">
            <a:off x="6261354" y="3257550"/>
            <a:ext cx="150876" cy="54864"/>
          </a:xfrm>
          <a:prstGeom prst="line">
            <a:avLst/>
          </a:prstGeom>
          <a:ln w="13716">
            <a:solidFill>
              <a:srgbClr val="DF95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ne_or_arrow_9"/>
          <p:cNvCxnSpPr/>
          <p:nvPr/>
        </p:nvCxnSpPr>
        <p:spPr>
          <a:xfrm>
            <a:off x="6096762" y="3346704"/>
            <a:ext cx="0" cy="294894"/>
          </a:xfrm>
          <a:prstGeom prst="line">
            <a:avLst/>
          </a:prstGeom>
          <a:ln w="10287">
            <a:solidFill>
              <a:srgbClr val="DF952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anel_8"/>
          <p:cNvSpPr/>
          <p:nvPr/>
        </p:nvSpPr>
        <p:spPr>
          <a:xfrm>
            <a:off x="10650474" y="3086100"/>
            <a:ext cx="329184" cy="21259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716">
            <a:solidFill>
              <a:srgbClr val="8569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Line_or_arrow_10"/>
          <p:cNvCxnSpPr/>
          <p:nvPr/>
        </p:nvCxnSpPr>
        <p:spPr>
          <a:xfrm flipV="1">
            <a:off x="10979658" y="3072384"/>
            <a:ext cx="150876" cy="61722"/>
          </a:xfrm>
          <a:prstGeom prst="line">
            <a:avLst/>
          </a:prstGeom>
          <a:ln w="13716">
            <a:solidFill>
              <a:srgbClr val="856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ne_or_arrow_11"/>
          <p:cNvCxnSpPr/>
          <p:nvPr/>
        </p:nvCxnSpPr>
        <p:spPr>
          <a:xfrm>
            <a:off x="11130534" y="3072384"/>
            <a:ext cx="0" cy="240030"/>
          </a:xfrm>
          <a:prstGeom prst="line">
            <a:avLst/>
          </a:prstGeom>
          <a:ln w="13716">
            <a:solidFill>
              <a:srgbClr val="856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_or_arrow_12"/>
          <p:cNvCxnSpPr/>
          <p:nvPr/>
        </p:nvCxnSpPr>
        <p:spPr>
          <a:xfrm flipH="1" flipV="1">
            <a:off x="10979658" y="3257550"/>
            <a:ext cx="150876" cy="54864"/>
          </a:xfrm>
          <a:prstGeom prst="line">
            <a:avLst/>
          </a:prstGeom>
          <a:ln w="13716">
            <a:solidFill>
              <a:srgbClr val="8569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ne_or_arrow_13"/>
          <p:cNvCxnSpPr/>
          <p:nvPr/>
        </p:nvCxnSpPr>
        <p:spPr>
          <a:xfrm>
            <a:off x="10815066" y="3346704"/>
            <a:ext cx="0" cy="294894"/>
          </a:xfrm>
          <a:prstGeom prst="line">
            <a:avLst/>
          </a:prstGeom>
          <a:ln w="10287">
            <a:solidFill>
              <a:srgbClr val="8569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_11_Illustrated monocular input stream"/>
          <p:cNvSpPr txBox="1"/>
          <p:nvPr/>
        </p:nvSpPr>
        <p:spPr>
          <a:xfrm>
            <a:off x="205740" y="3864483"/>
            <a:ext cx="2922580" cy="2571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2D3D"/>
                </a:solidFill>
                <a:latin typeface="Arial"/>
              </a:rPr>
              <a:t>Illustrated monocular input stream</a:t>
            </a:r>
          </a:p>
        </p:txBody>
      </p:sp>
      <p:sp>
        <p:nvSpPr>
          <p:cNvPr id="34" name="Panel_9"/>
          <p:cNvSpPr/>
          <p:nvPr/>
        </p:nvSpPr>
        <p:spPr>
          <a:xfrm>
            <a:off x="205740" y="4197096"/>
            <a:ext cx="3909060" cy="1385316"/>
          </a:xfrm>
          <a:prstGeom prst="roundRect">
            <a:avLst>
              <a:gd name="adj" fmla="val 4455"/>
            </a:avLst>
          </a:prstGeom>
          <a:solidFill>
            <a:srgbClr val="F5F8FA"/>
          </a:solidFill>
          <a:ln w="6858">
            <a:solidFill>
              <a:srgbClr val="D5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anel_10"/>
          <p:cNvSpPr/>
          <p:nvPr/>
        </p:nvSpPr>
        <p:spPr>
          <a:xfrm>
            <a:off x="212598" y="4203954"/>
            <a:ext cx="3895344" cy="27432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_12_Shot 1"/>
          <p:cNvSpPr txBox="1"/>
          <p:nvPr/>
        </p:nvSpPr>
        <p:spPr>
          <a:xfrm>
            <a:off x="1859423" y="4316700"/>
            <a:ext cx="601693" cy="2468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3371CA"/>
                </a:solidFill>
                <a:latin typeface="Arial"/>
              </a:rPr>
              <a:t>Shot 1</a:t>
            </a:r>
          </a:p>
        </p:txBody>
      </p:sp>
      <p:sp>
        <p:nvSpPr>
          <p:cNvPr id="37" name="Text_13_Input illustration placeholder"/>
          <p:cNvSpPr txBox="1"/>
          <p:nvPr/>
        </p:nvSpPr>
        <p:spPr>
          <a:xfrm>
            <a:off x="1086130" y="4844766"/>
            <a:ext cx="2148279" cy="2468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657685"/>
                </a:solidFill>
                <a:latin typeface="Arial"/>
              </a:rPr>
              <a:t>Input illustration placeholder</a:t>
            </a:r>
          </a:p>
        </p:txBody>
      </p:sp>
      <p:sp>
        <p:nvSpPr>
          <p:cNvPr id="38" name="Panel_11"/>
          <p:cNvSpPr/>
          <p:nvPr/>
        </p:nvSpPr>
        <p:spPr>
          <a:xfrm>
            <a:off x="4217670" y="4197096"/>
            <a:ext cx="3909060" cy="1385316"/>
          </a:xfrm>
          <a:prstGeom prst="roundRect">
            <a:avLst>
              <a:gd name="adj" fmla="val 4455"/>
            </a:avLst>
          </a:prstGeom>
          <a:solidFill>
            <a:srgbClr val="F5F8FA"/>
          </a:solidFill>
          <a:ln w="6858">
            <a:solidFill>
              <a:srgbClr val="D5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nel_12"/>
          <p:cNvSpPr/>
          <p:nvPr/>
        </p:nvSpPr>
        <p:spPr>
          <a:xfrm>
            <a:off x="4224528" y="4203954"/>
            <a:ext cx="3895344" cy="27432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_14_Shot 2"/>
          <p:cNvSpPr txBox="1"/>
          <p:nvPr/>
        </p:nvSpPr>
        <p:spPr>
          <a:xfrm>
            <a:off x="5871353" y="4316700"/>
            <a:ext cx="601693" cy="2468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DF9525"/>
                </a:solidFill>
                <a:latin typeface="Arial"/>
              </a:rPr>
              <a:t>Shot 2</a:t>
            </a:r>
          </a:p>
        </p:txBody>
      </p:sp>
      <p:sp>
        <p:nvSpPr>
          <p:cNvPr id="41" name="Text_15_Input illustration placeholder"/>
          <p:cNvSpPr txBox="1"/>
          <p:nvPr/>
        </p:nvSpPr>
        <p:spPr>
          <a:xfrm>
            <a:off x="5098060" y="4844766"/>
            <a:ext cx="2148279" cy="2468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657685"/>
                </a:solidFill>
                <a:latin typeface="Arial"/>
              </a:rPr>
              <a:t>Input illustration placeholder</a:t>
            </a:r>
          </a:p>
        </p:txBody>
      </p:sp>
      <p:sp>
        <p:nvSpPr>
          <p:cNvPr id="42" name="Panel_13"/>
          <p:cNvSpPr/>
          <p:nvPr/>
        </p:nvSpPr>
        <p:spPr>
          <a:xfrm>
            <a:off x="8229600" y="4197096"/>
            <a:ext cx="3909060" cy="1385316"/>
          </a:xfrm>
          <a:prstGeom prst="roundRect">
            <a:avLst>
              <a:gd name="adj" fmla="val 4455"/>
            </a:avLst>
          </a:prstGeom>
          <a:solidFill>
            <a:srgbClr val="F5F8FA"/>
          </a:solidFill>
          <a:ln w="6858">
            <a:solidFill>
              <a:srgbClr val="D5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anel_14"/>
          <p:cNvSpPr/>
          <p:nvPr/>
        </p:nvSpPr>
        <p:spPr>
          <a:xfrm>
            <a:off x="8236458" y="4203954"/>
            <a:ext cx="3895344" cy="27432"/>
          </a:xfrm>
          <a:prstGeom prst="rect">
            <a:avLst/>
          </a:prstGeom>
          <a:solidFill>
            <a:srgbClr val="85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_16_Shot 3"/>
          <p:cNvSpPr txBox="1"/>
          <p:nvPr/>
        </p:nvSpPr>
        <p:spPr>
          <a:xfrm>
            <a:off x="9883283" y="4316700"/>
            <a:ext cx="601693" cy="2468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8569D0"/>
                </a:solidFill>
                <a:latin typeface="Arial"/>
              </a:rPr>
              <a:t>Shot 3</a:t>
            </a:r>
          </a:p>
        </p:txBody>
      </p:sp>
      <p:sp>
        <p:nvSpPr>
          <p:cNvPr id="45" name="Text_17_Input illustration placeholder"/>
          <p:cNvSpPr txBox="1"/>
          <p:nvPr/>
        </p:nvSpPr>
        <p:spPr>
          <a:xfrm>
            <a:off x="9109990" y="4844766"/>
            <a:ext cx="2148279" cy="2468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657685"/>
                </a:solidFill>
                <a:latin typeface="Arial"/>
              </a:rPr>
              <a:t>Input illustration placeholder</a:t>
            </a:r>
          </a:p>
        </p:txBody>
      </p:sp>
      <p:sp>
        <p:nvSpPr>
          <p:cNvPr id="46" name="Panel_15"/>
          <p:cNvSpPr/>
          <p:nvPr/>
        </p:nvSpPr>
        <p:spPr>
          <a:xfrm>
            <a:off x="3833622" y="5246370"/>
            <a:ext cx="658368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_18_Shot cut"/>
          <p:cNvSpPr txBox="1"/>
          <p:nvPr/>
        </p:nvSpPr>
        <p:spPr>
          <a:xfrm>
            <a:off x="3847338" y="5268316"/>
            <a:ext cx="630936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F9525"/>
                </a:solidFill>
                <a:latin typeface="Arial"/>
              </a:rPr>
              <a:t>Shot cut</a:t>
            </a:r>
          </a:p>
        </p:txBody>
      </p:sp>
      <p:sp>
        <p:nvSpPr>
          <p:cNvPr id="48" name="Panel_16"/>
          <p:cNvSpPr/>
          <p:nvPr/>
        </p:nvSpPr>
        <p:spPr>
          <a:xfrm>
            <a:off x="7845552" y="5246370"/>
            <a:ext cx="658368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_19_Shot cut"/>
          <p:cNvSpPr txBox="1"/>
          <p:nvPr/>
        </p:nvSpPr>
        <p:spPr>
          <a:xfrm>
            <a:off x="7859268" y="5268316"/>
            <a:ext cx="630936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F9525"/>
                </a:solidFill>
                <a:latin typeface="Arial"/>
              </a:rPr>
              <a:t>Shot cut</a:t>
            </a:r>
          </a:p>
        </p:txBody>
      </p:sp>
      <p:cxnSp>
        <p:nvCxnSpPr>
          <p:cNvPr id="50" name="Line_or_arrow_14"/>
          <p:cNvCxnSpPr/>
          <p:nvPr/>
        </p:nvCxnSpPr>
        <p:spPr>
          <a:xfrm>
            <a:off x="205740" y="5788152"/>
            <a:ext cx="11912346" cy="0"/>
          </a:xfrm>
          <a:prstGeom prst="line">
            <a:avLst/>
          </a:prstGeom>
          <a:ln w="10287">
            <a:solidFill>
              <a:srgbClr val="65768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_20_Time"/>
          <p:cNvSpPr txBox="1"/>
          <p:nvPr/>
        </p:nvSpPr>
        <p:spPr>
          <a:xfrm>
            <a:off x="11756621" y="5858104"/>
            <a:ext cx="382039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Shot3R 可编辑 teaser：概念模板</dc:title>
  <dc:subject>Editable text, vector annotations, and independently replaceable raster assets</dc:subject>
  <dc:creator>Shot3R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